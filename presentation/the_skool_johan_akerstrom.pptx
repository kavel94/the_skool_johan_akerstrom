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6" r:id="rId3"/>
    <p:sldId id="257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3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8EA2145-ECC7-9097-D91C-DB389571A4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The_skool_johan_akerstrom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27177C8-660D-CDA6-6905-C3305B95A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Nackademin – databasadministratör – dbad26 – sql1 </a:t>
            </a:r>
          </a:p>
          <a:p>
            <a:r>
              <a:rPr lang="sv-SE"/>
              <a:t>Johan Åkerström – Falun</a:t>
            </a:r>
          </a:p>
          <a:p>
            <a:r>
              <a:rPr lang="sv-SE"/>
              <a:t>2026-10-31</a:t>
            </a:r>
          </a:p>
        </p:txBody>
      </p:sp>
    </p:spTree>
    <p:extLst>
      <p:ext uri="{BB962C8B-B14F-4D97-AF65-F5344CB8AC3E}">
        <p14:creationId xmlns:p14="http://schemas.microsoft.com/office/powerpoint/2010/main" val="187083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B882E441-FBBB-4BE0-AD21-E7ADF5F6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2A9CFA7-7B9A-4AD7-AB70-C7667C594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2D181EE-0684-4FB2-A7D1-87DC0D9E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65F0E1C9-0581-49F0-9914-4BA9274E9F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921A05EA-3A7D-47C1-AFB8-55355BA872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09782112-2D7D-4B3E-A1F0-A1C3819AD8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4F9C8459-423F-4B2B-ADBE-439B861060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286C3962-CCDF-4801-824A-25618CC47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D640D23A-5BDE-4714-8681-936AAC574E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4F8E92AC-B601-4317-B46F-8ED054DBDE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0CF7AD71-F8E9-4F13-BBB9-8D3856C98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32F7368C-4F04-45C5-8243-9E26D8DB1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335A85BC-6E54-4DE0-BB0C-A54BADF22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E7DFA615-C86D-46F3-9A2D-A66EC25C8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8C9054DF-8242-4F51-AA1F-2C3E578934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C8597469-1168-4794-BA2D-5D8BDAA798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0A19C83D-19FF-4041-B0F8-EB49ABD675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A2794D14-45AE-4C56-893E-1618DE365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5B5CB3C0-3FEC-445D-9AE7-B76DC83184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EF87049D-247B-4090-A5FD-72596A49C9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1D048CEC-518F-4BCB-A350-C0B610161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AA6F6866-13D5-468C-84DE-36A4F41BE7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41E0D740-4AD8-417B-873E-ADFE6632ED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193D799E-85C6-4E13-94FB-1B1629A17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F60165E1-F8F1-4814-B0D9-A1806CE34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1289F749-6039-4BA9-A27C-DDEA97BAF6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E81B336E-CA05-40DD-A252-78B142656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27CEA681-1510-4213-A605-0A250A7486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99A7CF31-4EC7-47B7-9A6B-95A0CFC79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733E9F48-DD20-413A-A03E-7C7EF1EFC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C11C72-708D-4226-83D9-846584786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A3BDCBC2-F3C9-4322-A19F-92D799BA2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D6499DC4-58DE-4F54-8244-418F53503E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FF4F0425-C4EA-4063-86D6-BA8336ECCE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CBF60FB4-6211-4E97-B5B8-32B0997F80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21925C84-D56D-4B52-874C-AC2783823C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518070E4-22B7-4742-B08A-1BE99661E5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325D21C8-5AC6-464B-B6C7-1347BEF537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A17FB258-8D26-45E8-8E81-50E9C1DF86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1F572CD7-AE60-496C-8D34-233853EFBF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BBFDA56D-E398-47C5-B776-15DD0A9A11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55" name="Round Diagonal Corner Rectangle 6">
            <a:extLst>
              <a:ext uri="{FF2B5EF4-FFF2-40B4-BE49-F238E27FC236}">
                <a16:creationId xmlns:a16="http://schemas.microsoft.com/office/drawing/2014/main" id="{179D851C-8A22-40C2-95AB-87556CF73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87167C05-6114-45E2-AE3D-B77D38988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92A6FB2-C222-4C89-B4E3-7F96367DC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9349" y="1416818"/>
            <a:ext cx="0" cy="401934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" name="Bildobjekt 2">
            <a:extLst>
              <a:ext uri="{FF2B5EF4-FFF2-40B4-BE49-F238E27FC236}">
                <a16:creationId xmlns:a16="http://schemas.microsoft.com/office/drawing/2014/main" id="{6589E3B6-8878-DCBA-9666-E43D23696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379" y="1143951"/>
            <a:ext cx="6716062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00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41AF2D96-9565-3E64-ECDE-2CAE6625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428" y="933239"/>
            <a:ext cx="9461143" cy="499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F57ADAEC-70F7-3543-1C94-118476C36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916" y="594275"/>
            <a:ext cx="8770167" cy="566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1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E8A50EF5-79FF-A2A2-AB6B-9E1EDC720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065" y="467049"/>
            <a:ext cx="8877869" cy="592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1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F5CA6DD4-6742-502A-AFB2-A55DD699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390" y="228153"/>
            <a:ext cx="5687219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9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E0B0B5E6-26FF-B1AE-9585-F0AF144B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sv-SE" sz="2000"/>
              <a:t>Fråga 1e innehåller 135 rader totalt, här redovisas endast de första.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A7083E5-EA90-DBC3-A981-78F5E9409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53852"/>
            <a:ext cx="5456279" cy="552534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66174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76A979AA-32BB-4F66-F158-7B9AD2CE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161469"/>
            <a:ext cx="8945223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9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29E94B04-5FC5-0EF5-913C-BBA2F013A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608" y="2138868"/>
            <a:ext cx="6640783" cy="258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9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0B542C99-E873-1DC7-63F9-3C7C8D56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1661866"/>
            <a:ext cx="652553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02ED556D-2DFB-559B-0FA3-B1C7F0EAE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33" y="2338668"/>
            <a:ext cx="8557734" cy="218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1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FEF343DC-F96D-885C-0B20-93387FED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11" y="1557076"/>
            <a:ext cx="646837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14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757E6692-E57A-2F2A-3150-59DA7A60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4" y="1614234"/>
            <a:ext cx="910717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92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031E4201-0529-F809-94AB-68CB16F9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9" y="2454097"/>
            <a:ext cx="10813822" cy="19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9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CBBB8D43-57AB-2E80-7FF1-7492732B8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79" y="2377636"/>
            <a:ext cx="9485642" cy="210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16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ts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{63FC3B31-FC2E-488C-B17D-A28E1BC7DEC5}TF6d5feb1e-e145-43f1-b745-cb4b54c5ee976e864525-63a662ec4661</Template>
  <TotalTime>4465</TotalTime>
  <Words>32</Words>
  <Application>Microsoft Office PowerPoint</Application>
  <PresentationFormat>Bredbild</PresentationFormat>
  <Paragraphs>5</Paragraphs>
  <Slides>15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8" baseType="lpstr">
      <vt:lpstr>Arial</vt:lpstr>
      <vt:lpstr>Tw Cen MT</vt:lpstr>
      <vt:lpstr>Krets</vt:lpstr>
      <vt:lpstr>The_skool_johan_akerstrom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Åkerström</dc:creator>
  <cp:lastModifiedBy>Johan Åkerström</cp:lastModifiedBy>
  <cp:revision>29</cp:revision>
  <dcterms:created xsi:type="dcterms:W3CDTF">2026-09-03T16:12:09Z</dcterms:created>
  <dcterms:modified xsi:type="dcterms:W3CDTF">2026-10-31T16:35:14Z</dcterms:modified>
</cp:coreProperties>
</file>